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这段是演讲者备注（量导入器读不读它）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Codem PPTX 导入钻取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 python-pptx 生成（第三方写入器）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三条要点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第一条要点</a:t>
            </a:r>
          </a:p>
          <a:p>
            <a:r>
              <a:t>第二条要点</a:t>
            </a:r>
          </a:p>
          <a:p>
            <a:r>
              <a:t>第三条要点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表格页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值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通过率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图片页</a:t>
            </a:r>
          </a:p>
        </p:txBody>
      </p:sp>
      <p:pic>
        <p:nvPicPr>
          <p:cNvPr id="3" name="Picture 2" descr="third-party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备注页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第三方 PPTX 夹具</dc:title>
  <dc:subject/>
  <dc:creator>codem audit fixture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